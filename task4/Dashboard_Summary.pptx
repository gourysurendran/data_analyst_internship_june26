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y S" userId="3ca714f132f77a2c" providerId="LiveId" clId="{F236FF40-9979-49B6-9C91-192E1B0B3C4F}"/>
    <pc:docChg chg="undo custSel addSld modSld">
      <pc:chgData name="Goury S" userId="3ca714f132f77a2c" providerId="LiveId" clId="{F236FF40-9979-49B6-9C91-192E1B0B3C4F}" dt="2026-07-03T14:22:25.788" v="20" actId="20577"/>
      <pc:docMkLst>
        <pc:docMk/>
      </pc:docMkLst>
      <pc:sldChg chg="addSp modSp new mod">
        <pc:chgData name="Goury S" userId="3ca714f132f77a2c" providerId="LiveId" clId="{F236FF40-9979-49B6-9C91-192E1B0B3C4F}" dt="2026-07-03T14:22:25.788" v="20" actId="20577"/>
        <pc:sldMkLst>
          <pc:docMk/>
          <pc:sldMk cId="115914688" sldId="261"/>
        </pc:sldMkLst>
        <pc:spChg chg="mod">
          <ac:chgData name="Goury S" userId="3ca714f132f77a2c" providerId="LiveId" clId="{F236FF40-9979-49B6-9C91-192E1B0B3C4F}" dt="2026-07-03T14:22:25.788" v="20" actId="20577"/>
          <ac:spMkLst>
            <pc:docMk/>
            <pc:sldMk cId="115914688" sldId="261"/>
            <ac:spMk id="2" creationId="{00970217-ADCB-1735-7B64-3D7C731FCB5C}"/>
          </ac:spMkLst>
        </pc:spChg>
        <pc:picChg chg="add mod">
          <ac:chgData name="Goury S" userId="3ca714f132f77a2c" providerId="LiveId" clId="{F236FF40-9979-49B6-9C91-192E1B0B3C4F}" dt="2026-07-03T14:22:13.972" v="9" actId="1076"/>
          <ac:picMkLst>
            <pc:docMk/>
            <pc:sldMk cId="115914688" sldId="261"/>
            <ac:picMk id="4" creationId="{545AE35B-2702-EED9-D734-3225BA61F6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4 -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Elevate Labs Data Analyst Internship</a:t>
            </a:r>
          </a:p>
          <a:p>
            <a:r>
              <a:t>Prepared by: Goury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6743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555" y="2212258"/>
            <a:ext cx="7098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Design an interactive Power BI dashboard to analyze Superstore sales data using KPIs and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58297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• Total Sales, Profit and Quantity KPIs</a:t>
            </a:r>
            <a:br>
              <a:rPr dirty="0"/>
            </a:br>
            <a:r>
              <a:rPr dirty="0"/>
              <a:t>• Sales Trend (Order Date)</a:t>
            </a:r>
            <a:br>
              <a:rPr dirty="0"/>
            </a:br>
            <a:r>
              <a:rPr dirty="0"/>
              <a:t>• Sales by Category</a:t>
            </a:r>
            <a:br>
              <a:rPr dirty="0"/>
            </a:br>
            <a:r>
              <a:rPr dirty="0"/>
              <a:t>• Sales by Region</a:t>
            </a:r>
            <a:br>
              <a:rPr dirty="0"/>
            </a:br>
            <a:r>
              <a:rPr dirty="0"/>
              <a:t>• Sales by Segment</a:t>
            </a:r>
            <a:br>
              <a:rPr dirty="0"/>
            </a:br>
            <a:r>
              <a:rPr dirty="0"/>
              <a:t>• Profit by Category</a:t>
            </a:r>
            <a:br>
              <a:rPr dirty="0"/>
            </a:br>
            <a:r>
              <a:rPr dirty="0"/>
              <a:t>• Interactive Region Slicer</a:t>
            </a:r>
            <a:br>
              <a:rPr dirty="0"/>
            </a:br>
            <a:br>
              <a:rPr dirty="0"/>
            </a:br>
            <a:r>
              <a:rPr dirty="0"/>
              <a:t>Insert the dashboard screenshot on this slide before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0217-ADCB-1735-7B64-3D7C731F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AE35B-2702-EED9-D734-3225BA61F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74" y="2029651"/>
            <a:ext cx="7148052" cy="400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362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• Total Sales: 2.30M</a:t>
            </a:r>
            <a:br>
              <a:rPr dirty="0"/>
            </a:br>
            <a:r>
              <a:rPr dirty="0"/>
              <a:t>• Total Profit: 286.40K</a:t>
            </a:r>
            <a:br>
              <a:rPr dirty="0"/>
            </a:br>
            <a:r>
              <a:rPr dirty="0"/>
              <a:t>• Total Quantity: 38K</a:t>
            </a:r>
            <a:br>
              <a:rPr dirty="0"/>
            </a:br>
            <a:r>
              <a:rPr dirty="0"/>
              <a:t>• Technology recorded the highest sales.</a:t>
            </a:r>
            <a:br>
              <a:rPr dirty="0"/>
            </a:br>
            <a:r>
              <a:rPr dirty="0"/>
              <a:t>• West region showed the highest sales.</a:t>
            </a:r>
            <a:br>
              <a:rPr dirty="0"/>
            </a:br>
            <a:r>
              <a:rPr dirty="0"/>
              <a:t>• Consumer segment contributed the largest share of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3677" y="2205559"/>
            <a:ext cx="65766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The dashboard provides an interactive overview of business performance. It enables users to monitor KPIs, analyze sales trends, compare categories and regions, and support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Task 4 - Dashboard Design</vt:lpstr>
      <vt:lpstr>Objective</vt:lpstr>
      <vt:lpstr>Dashboard Overview</vt:lpstr>
      <vt:lpstr>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Goury S</cp:lastModifiedBy>
  <cp:revision>2</cp:revision>
  <dcterms:created xsi:type="dcterms:W3CDTF">2013-01-27T09:14:16Z</dcterms:created>
  <dcterms:modified xsi:type="dcterms:W3CDTF">2026-07-03T14:22:33Z</dcterms:modified>
  <cp:category/>
</cp:coreProperties>
</file>